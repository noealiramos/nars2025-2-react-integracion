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86353-FDDD-89CE-EABA-A2394F118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77000C-0628-CC00-0BFC-0B9D9FB29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C7416-AA88-C4B6-B446-E17BCFD5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C5E70-C71E-8377-B6EA-192230E4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6B0D-9FB6-6BB2-E8D9-2592ADB7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119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1BBF-1D3E-21FF-26EA-95028A4D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5C9A9-1501-892D-1BEA-BADB5CD2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6885E-D1F4-01C5-2D22-45FD5ECF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2F901-AB7B-FDFA-E2B2-4B5897BB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34816-BE0A-6937-909E-EA0979C8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50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39FDC-1C69-2B77-4163-ADA05E09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15E26C-1429-240C-7396-B9F7AF28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A7B5F-AB78-679E-49E3-DA453D54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420C2A-9095-C655-FC09-87F2519D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6C6B0-1807-0412-5C61-77C82745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800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8D539-4AE3-CE4C-D688-1379416D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11DD3-7580-B07A-A448-207D692D6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FAE16E-8AA4-57F6-CB42-7150DAF45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5F1175-11BA-7412-EE92-E497A95D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8A3194-7373-9BDB-2B54-0EB5C97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6AC9B7-849F-DB8F-59EF-071C2874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06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D61A9-EB73-D275-1BD4-F7ACCC19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1C5686-90DD-5504-7163-58099EC9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3B73C3-D754-8094-412B-0602A7C3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4E7007-18FA-6789-74DD-A56331450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EB8B5D-B925-7859-9C6F-06CA4B5FB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EF0CB0-5A94-9714-424F-4816A1E9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77A199-43E6-C80F-CC9D-7D1DB8E3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A12BA9-9437-E603-580F-E9A922D2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601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762FF-87D2-0645-8EE7-B4F12333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9546C7-381E-BF16-C376-EDC320F2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563EDF-752D-CF95-3CA0-12CDC0F4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E1885-75CB-16A5-817B-DFDED00C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730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549348-4673-C61C-619E-0EBCAD6D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F9AF1C-2513-EF39-662C-23D4479D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D6DA07-A98C-B8B7-EA44-E4A20C7A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58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638F6-A041-6A55-8A99-A585B8C2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6E928-7600-06EC-C2B6-321575936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AE0C0C-99FA-CB2F-43AB-BA971B659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ED8BE-2945-59C7-EFE8-C2D76D73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B7B91-83DC-F0BF-9C95-73A9CAC8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2F1C3-0EA6-844B-7805-D4FF795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533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31F00-5C77-41C0-72BB-EBC4BA5C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9A2D41-E436-42AE-5E0F-1150FB088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9696C0-FD8B-BA81-2C11-EAF09812B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1E06D-0687-BF15-2052-EAC5B324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E87F7-361B-1587-61EB-361E70F9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FFE1F4-7678-B34A-D360-85BA55D5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41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0F501-9A32-4492-7FAF-02B2841C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5CF347-C3C2-792A-A3B6-C308CB033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04C7C1-7130-9928-FDA6-6D944A67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8FE1E-5751-2D29-8A25-B76813C2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DAB60-D109-BC7F-0F58-7B5F79A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CD8431-4FBE-BC46-71F2-6072B656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8FAF3B-E89A-1125-57A9-E7997B2D3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A550D4-D731-7683-C25E-B4187600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0E90A-BA19-B6A9-272F-95FEA6CB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7A0CD-3524-8323-CAE3-49FD27B5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83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37F802-D512-F7B8-2CDD-3CD79F8F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1DD63C-6111-4165-E12D-731A4C92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2C9D84-9900-1DF7-2FE5-5130505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6150C-308E-CAF8-2417-03C081C5A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90B7E-2EB4-D6A0-F59B-6DE57D902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12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674C41D7-E24F-094B-6EF8-92FE0E3A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06" y="9427"/>
            <a:ext cx="1026398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7F7E56-1552-8765-2E5D-CA3D157F4B10}"/>
              </a:ext>
            </a:extLst>
          </p:cNvPr>
          <p:cNvSpPr txBox="1"/>
          <p:nvPr/>
        </p:nvSpPr>
        <p:spPr>
          <a:xfrm>
            <a:off x="1148596" y="919699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#9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4D166C-B5AA-6E94-A607-38112650BCF8}"/>
              </a:ext>
            </a:extLst>
          </p:cNvPr>
          <p:cNvSpPr txBox="1"/>
          <p:nvPr/>
        </p:nvSpPr>
        <p:spPr>
          <a:xfrm>
            <a:off x="1066214" y="2728416"/>
            <a:ext cx="28793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FFFF00"/>
                </a:solidFill>
              </a:rPr>
              <a:t>*Solicitudes:</a:t>
            </a:r>
          </a:p>
          <a:p>
            <a:pPr marL="342900" indent="-342900">
              <a:buAutoNum type="arabicParenR"/>
            </a:pPr>
            <a:r>
              <a:rPr lang="es-MX" sz="1400" dirty="0">
                <a:solidFill>
                  <a:srgbClr val="FFFF00"/>
                </a:solidFill>
              </a:rPr>
              <a:t>En esta pantalla cuando no tenemos ninguna dirección registrada, nos pide ingresar nuestros datos, sin embargo, no se muestra un botón para “Guardar” ni para “Cancelar” – en el caso de que el usuario se arrepienta de registrar la información de envió. </a:t>
            </a:r>
          </a:p>
          <a:p>
            <a:r>
              <a:rPr lang="es-MX" sz="1400" dirty="0">
                <a:solidFill>
                  <a:srgbClr val="FFFF00"/>
                </a:solidFill>
              </a:rPr>
              <a:t>*la Solicitud: dejar un botón de Guardado y otro Cancelar, el registro de la “información de </a:t>
            </a:r>
            <a:r>
              <a:rPr lang="es-MX" sz="1400" dirty="0" err="1">
                <a:solidFill>
                  <a:srgbClr val="FFFF00"/>
                </a:solidFill>
              </a:rPr>
              <a:t>envio</a:t>
            </a:r>
            <a:r>
              <a:rPr lang="es-MX" sz="1400" dirty="0">
                <a:solidFill>
                  <a:srgbClr val="FFFF00"/>
                </a:solidFill>
              </a:rPr>
              <a:t>”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5C91E8E-14B1-78DF-0E56-28F45F31E0F4}"/>
              </a:ext>
            </a:extLst>
          </p:cNvPr>
          <p:cNvSpPr/>
          <p:nvPr/>
        </p:nvSpPr>
        <p:spPr>
          <a:xfrm flipV="1">
            <a:off x="2045616" y="1366887"/>
            <a:ext cx="84841" cy="84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23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6301F0B5-8F8E-DC55-E946-0B9FE685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44" y="0"/>
            <a:ext cx="9255512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57F7E56-1552-8765-2E5D-CA3D157F4B10}"/>
              </a:ext>
            </a:extLst>
          </p:cNvPr>
          <p:cNvSpPr txBox="1"/>
          <p:nvPr/>
        </p:nvSpPr>
        <p:spPr>
          <a:xfrm>
            <a:off x="1148596" y="919699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#10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2D6A6B-F4EF-E7C2-167D-FD16B200FEAD}"/>
              </a:ext>
            </a:extLst>
          </p:cNvPr>
          <p:cNvSpPr/>
          <p:nvPr/>
        </p:nvSpPr>
        <p:spPr>
          <a:xfrm>
            <a:off x="6828516" y="2264768"/>
            <a:ext cx="2296630" cy="16603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4D166C-B5AA-6E94-A607-38112650BCF8}"/>
              </a:ext>
            </a:extLst>
          </p:cNvPr>
          <p:cNvSpPr txBox="1"/>
          <p:nvPr/>
        </p:nvSpPr>
        <p:spPr>
          <a:xfrm>
            <a:off x="1643974" y="2714017"/>
            <a:ext cx="28793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FF00"/>
                </a:solidFill>
              </a:rPr>
              <a:t>*Solicitudes:</a:t>
            </a:r>
          </a:p>
          <a:p>
            <a:pPr marL="342900" indent="-342900">
              <a:buAutoNum type="arabicParenR"/>
            </a:pPr>
            <a:r>
              <a:rPr lang="es-MX" dirty="0">
                <a:solidFill>
                  <a:srgbClr val="FFFF00"/>
                </a:solidFill>
              </a:rPr>
              <a:t>eliminar la distancia de lo que indica el recuadro rojo, es decir, cortar esa distancia, </a:t>
            </a:r>
          </a:p>
          <a:p>
            <a:pPr marL="342900" indent="-342900">
              <a:buAutoNum type="arabicParenR"/>
            </a:pPr>
            <a:r>
              <a:rPr lang="es-MX" dirty="0">
                <a:solidFill>
                  <a:srgbClr val="FFFF00"/>
                </a:solidFill>
              </a:rPr>
              <a:t>Fíjate que ya se observan los botones de “Guardar” y “Cancelar” en otra ventana, pero no en este *hay que ponerlos por favor</a:t>
            </a:r>
          </a:p>
          <a:p>
            <a:pPr marL="342900" indent="-342900">
              <a:buAutoNum type="arabicParenR"/>
            </a:pPr>
            <a:endParaRPr lang="es-MX" dirty="0">
              <a:solidFill>
                <a:srgbClr val="FFFF00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5C91E8E-14B1-78DF-0E56-28F45F31E0F4}"/>
              </a:ext>
            </a:extLst>
          </p:cNvPr>
          <p:cNvSpPr/>
          <p:nvPr/>
        </p:nvSpPr>
        <p:spPr>
          <a:xfrm flipV="1">
            <a:off x="2045616" y="1366887"/>
            <a:ext cx="84841" cy="84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0691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131</Words>
  <Application>Microsoft Office PowerPoint</Application>
  <PresentationFormat>Panorámica</PresentationFormat>
  <Paragraphs>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 RAMOS</dc:creator>
  <cp:lastModifiedBy>NOE RAMOS</cp:lastModifiedBy>
  <cp:revision>17</cp:revision>
  <dcterms:created xsi:type="dcterms:W3CDTF">2026-04-15T07:38:00Z</dcterms:created>
  <dcterms:modified xsi:type="dcterms:W3CDTF">2026-04-18T06:45:36Z</dcterms:modified>
</cp:coreProperties>
</file>