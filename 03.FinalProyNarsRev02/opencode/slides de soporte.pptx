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86353-FDDD-89CE-EABA-A2394F118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77000C-0628-CC00-0BFC-0B9D9FB29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CC7416-AA88-C4B6-B446-E17BCFD56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C5E70-C71E-8377-B6EA-192230E46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716B0D-9FB6-6BB2-E8D9-2592ADB7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119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F1BBF-1D3E-21FF-26EA-95028A4D0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E5C9A9-1501-892D-1BEA-BADB5CD29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A6885E-D1F4-01C5-2D22-45FD5ECF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52F901-AB7B-FDFA-E2B2-4B5897BB8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034816-BE0A-6937-909E-EA0979C8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5503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39FDC-1C69-2B77-4163-ADA05E099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15E26C-1429-240C-7396-B9F7AF28D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2A7B5F-AB78-679E-49E3-DA453D54A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420C2A-9095-C655-FC09-87F2519DF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46C6B0-1807-0412-5C61-77C827455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8009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B8D539-4AE3-CE4C-D688-1379416D5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411DD3-7580-B07A-A448-207D692D6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FAE16E-8AA4-57F6-CB42-7150DAF45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5F1175-11BA-7412-EE92-E497A95D7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8A3194-7373-9BDB-2B54-0EB5C97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6AC9B7-849F-DB8F-59EF-071C2874E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062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D61A9-EB73-D275-1BD4-F7ACCC19B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1C5686-90DD-5504-7163-58099EC9D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3B73C3-D754-8094-412B-0602A7C3C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54E7007-18FA-6789-74DD-A563314500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0EB8B5D-B925-7859-9C6F-06CA4B5FB5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9EF0CB0-5A94-9714-424F-4816A1E9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677A199-43E6-C80F-CC9D-7D1DB8E37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A12BA9-9437-E603-580F-E9A922D2B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6013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762FF-87D2-0645-8EE7-B4F12333A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9546C7-381E-BF16-C376-EDC320F26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563EDF-752D-CF95-3CA0-12CDC0F41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87E1885-75CB-16A5-817B-DFDED00C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7307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549348-4673-C61C-619E-0EBCAD6D9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F9AF1C-2513-EF39-662C-23D4479D7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D6DA07-A98C-B8B7-EA44-E4A20C7A9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2588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638F6-A041-6A55-8A99-A585B8C23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C6E928-7600-06EC-C2B6-321575936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AE0C0C-99FA-CB2F-43AB-BA971B659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9ED8BE-2945-59C7-EFE8-C2D76D737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2B7B91-83DC-F0BF-9C95-73A9CAC8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22F1C3-0EA6-844B-7805-D4FF7958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5331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31F00-5C77-41C0-72BB-EBC4BA5C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59A2D41-E436-42AE-5E0F-1150FB088D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9696C0-FD8B-BA81-2C11-EAF09812B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B1E06D-0687-BF15-2052-EAC5B3244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3E87F7-361B-1587-61EB-361E70F94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FFE1F4-7678-B34A-D360-85BA55D5E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341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0F501-9A32-4492-7FAF-02B2841CC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5CF347-C3C2-792A-A3B6-C308CB033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04C7C1-7130-9928-FDA6-6D944A676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48FE1E-5751-2D29-8A25-B76813C29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DDAB60-D109-BC7F-0F58-7B5F79A3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47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BCD8431-4FBE-BC46-71F2-6072B6560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8FAF3B-E89A-1125-57A9-E7997B2D3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A550D4-D731-7683-C25E-B41876009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40E90A-BA19-B6A9-272F-95FEA6CB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07A0CD-3524-8323-CAE3-49FD27B52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1839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437F802-D512-F7B8-2CDD-3CD79F8F0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1DD63C-6111-4165-E12D-731A4C928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2C9D84-9900-1DF7-2FE5-5130505A2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5C2923-14AD-4D01-A009-A3D4F6AE904E}" type="datetimeFigureOut">
              <a:rPr lang="es-MX" smtClean="0"/>
              <a:t>17/04/2026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86150C-308E-CAF8-2417-03C081C5A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290B7E-2EB4-D6A0-F59B-6DE57D902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6EEF8-8271-4186-A9E6-3E90017A036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012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EBD44CD-4A37-E063-0A77-897273E08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42" y="0"/>
            <a:ext cx="10155115" cy="6858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22F7E0C-C12A-3B3E-4727-1A7A5CB3943C}"/>
              </a:ext>
            </a:extLst>
          </p:cNvPr>
          <p:cNvSpPr/>
          <p:nvPr/>
        </p:nvSpPr>
        <p:spPr>
          <a:xfrm>
            <a:off x="4048125" y="1685925"/>
            <a:ext cx="6905625" cy="723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6D6682-2B71-DCC9-5962-D7422A068E01}"/>
              </a:ext>
            </a:extLst>
          </p:cNvPr>
          <p:cNvSpPr txBox="1"/>
          <p:nvPr/>
        </p:nvSpPr>
        <p:spPr>
          <a:xfrm>
            <a:off x="7183225" y="1696140"/>
            <a:ext cx="3465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 Solicitud: Extender texto en todo el recuadro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B47505F-D096-D8A1-B493-06906246B3AD}"/>
              </a:ext>
            </a:extLst>
          </p:cNvPr>
          <p:cNvSpPr txBox="1"/>
          <p:nvPr/>
        </p:nvSpPr>
        <p:spPr>
          <a:xfrm>
            <a:off x="780951" y="721736"/>
            <a:ext cx="271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Requerimiento #1</a:t>
            </a:r>
          </a:p>
        </p:txBody>
      </p:sp>
    </p:spTree>
    <p:extLst>
      <p:ext uri="{BB962C8B-B14F-4D97-AF65-F5344CB8AC3E}">
        <p14:creationId xmlns:p14="http://schemas.microsoft.com/office/powerpoint/2010/main" val="6877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6346DDD-F290-E04D-9759-BC805A046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3437"/>
            <a:ext cx="12192000" cy="547112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8D1E183-42FF-5EE4-77EF-7AED7BAEA4A5}"/>
              </a:ext>
            </a:extLst>
          </p:cNvPr>
          <p:cNvSpPr/>
          <p:nvPr/>
        </p:nvSpPr>
        <p:spPr>
          <a:xfrm>
            <a:off x="6644641" y="3477144"/>
            <a:ext cx="4467860" cy="2718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BF6EEE-7F0E-260A-CBA1-DE20FCCDAA80}"/>
              </a:ext>
            </a:extLst>
          </p:cNvPr>
          <p:cNvSpPr txBox="1"/>
          <p:nvPr/>
        </p:nvSpPr>
        <p:spPr>
          <a:xfrm>
            <a:off x="4207829" y="3173466"/>
            <a:ext cx="2714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Solicitud: </a:t>
            </a:r>
            <a:br>
              <a:rPr lang="es-MX" b="1" dirty="0">
                <a:solidFill>
                  <a:srgbClr val="FFFF00"/>
                </a:solidFill>
              </a:rPr>
            </a:br>
            <a:r>
              <a:rPr lang="es-MX" b="1" dirty="0">
                <a:solidFill>
                  <a:srgbClr val="FFFF00"/>
                </a:solidFill>
              </a:rPr>
              <a:t>a) Retirar este texto►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8F16328-70A3-5E94-7BA0-62E5717100D8}"/>
              </a:ext>
            </a:extLst>
          </p:cNvPr>
          <p:cNvSpPr txBox="1"/>
          <p:nvPr/>
        </p:nvSpPr>
        <p:spPr>
          <a:xfrm>
            <a:off x="780951" y="1730406"/>
            <a:ext cx="271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Requerimiento #2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81E7A6A-5742-F2F4-EC48-225DA6B137E1}"/>
              </a:ext>
            </a:extLst>
          </p:cNvPr>
          <p:cNvSpPr txBox="1"/>
          <p:nvPr/>
        </p:nvSpPr>
        <p:spPr>
          <a:xfrm>
            <a:off x="4124560" y="3804968"/>
            <a:ext cx="27146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Solicitud: </a:t>
            </a:r>
            <a:br>
              <a:rPr lang="es-MX" b="1" dirty="0">
                <a:solidFill>
                  <a:srgbClr val="FFFF00"/>
                </a:solidFill>
              </a:rPr>
            </a:br>
            <a:r>
              <a:rPr lang="es-MX" b="1" dirty="0">
                <a:solidFill>
                  <a:srgbClr val="FFFF00"/>
                </a:solidFill>
              </a:rPr>
              <a:t>b) limpiar los campos tanto de correo electrónico como de contraseña, o bien, ¿qué sugieres?►</a:t>
            </a:r>
          </a:p>
        </p:txBody>
      </p:sp>
    </p:spTree>
    <p:extLst>
      <p:ext uri="{BB962C8B-B14F-4D97-AF65-F5344CB8AC3E}">
        <p14:creationId xmlns:p14="http://schemas.microsoft.com/office/powerpoint/2010/main" val="751899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CF3238F-5631-2124-E967-0DE633D06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0675"/>
            <a:ext cx="12192000" cy="631665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A509F84-AA76-53E1-BE3F-7A613B588EE7}"/>
              </a:ext>
            </a:extLst>
          </p:cNvPr>
          <p:cNvSpPr txBox="1"/>
          <p:nvPr/>
        </p:nvSpPr>
        <p:spPr>
          <a:xfrm>
            <a:off x="-180583" y="1202505"/>
            <a:ext cx="271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Requerimiento #3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ABBFAE-745F-BE70-7682-711A228425AF}"/>
              </a:ext>
            </a:extLst>
          </p:cNvPr>
          <p:cNvSpPr txBox="1"/>
          <p:nvPr/>
        </p:nvSpPr>
        <p:spPr>
          <a:xfrm>
            <a:off x="0" y="2427103"/>
            <a:ext cx="27146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Solicitud: </a:t>
            </a:r>
            <a:br>
              <a:rPr lang="es-MX" b="1" dirty="0">
                <a:solidFill>
                  <a:srgbClr val="FFFF00"/>
                </a:solidFill>
              </a:rPr>
            </a:br>
            <a:r>
              <a:rPr lang="es-MX" b="1" dirty="0">
                <a:solidFill>
                  <a:srgbClr val="FFFF00"/>
                </a:solidFill>
              </a:rPr>
              <a:t>a) en esta pantalla manejar tonos azules obscuros, no blancos, esto para que resalte el color “blanco y gris” de las letras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183488-3457-86F6-5943-4BF031D0B294}"/>
              </a:ext>
            </a:extLst>
          </p:cNvPr>
          <p:cNvSpPr txBox="1"/>
          <p:nvPr/>
        </p:nvSpPr>
        <p:spPr>
          <a:xfrm>
            <a:off x="8626852" y="1453160"/>
            <a:ext cx="2714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100" b="1" dirty="0">
                <a:solidFill>
                  <a:srgbClr val="FF0000"/>
                </a:solidFill>
              </a:rPr>
              <a:t>Solicitud: </a:t>
            </a:r>
            <a:br>
              <a:rPr lang="es-MX" sz="1100" b="1" dirty="0">
                <a:solidFill>
                  <a:srgbClr val="FF0000"/>
                </a:solidFill>
              </a:rPr>
            </a:br>
            <a:r>
              <a:rPr lang="es-MX" sz="1100" b="1" dirty="0">
                <a:solidFill>
                  <a:srgbClr val="FF0000"/>
                </a:solidFill>
              </a:rPr>
              <a:t>b) en este texto sólo deja “Consulta tu información y actualiza los datos.” El resto de la oración elimínala.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D723ED-0348-CB9C-2403-EBFE20F888D9}"/>
              </a:ext>
            </a:extLst>
          </p:cNvPr>
          <p:cNvSpPr/>
          <p:nvPr/>
        </p:nvSpPr>
        <p:spPr>
          <a:xfrm>
            <a:off x="3313470" y="1858296"/>
            <a:ext cx="5417575" cy="3187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74947FE3-6C7F-D274-7641-022CF93F3DC4}"/>
              </a:ext>
            </a:extLst>
          </p:cNvPr>
          <p:cNvCxnSpPr/>
          <p:nvPr/>
        </p:nvCxnSpPr>
        <p:spPr>
          <a:xfrm flipV="1">
            <a:off x="2534042" y="2487561"/>
            <a:ext cx="1084229" cy="84557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1646EEE-77E2-ED9D-5522-150AD820CDDA}"/>
              </a:ext>
            </a:extLst>
          </p:cNvPr>
          <p:cNvCxnSpPr>
            <a:cxnSpLocks/>
          </p:cNvCxnSpPr>
          <p:nvPr/>
        </p:nvCxnSpPr>
        <p:spPr>
          <a:xfrm>
            <a:off x="2686442" y="3485535"/>
            <a:ext cx="4459076" cy="119540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844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42DA52C-799C-88C2-C0A6-CADA61814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9603"/>
            <a:ext cx="12192000" cy="553879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37C178D-A57D-3D99-4A8D-D8368DFA8018}"/>
              </a:ext>
            </a:extLst>
          </p:cNvPr>
          <p:cNvSpPr txBox="1"/>
          <p:nvPr/>
        </p:nvSpPr>
        <p:spPr>
          <a:xfrm>
            <a:off x="-180583" y="1202505"/>
            <a:ext cx="271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Requerimiento #4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9589827-36DE-D002-E31C-62978F9B7EB3}"/>
              </a:ext>
            </a:extLst>
          </p:cNvPr>
          <p:cNvSpPr txBox="1"/>
          <p:nvPr/>
        </p:nvSpPr>
        <p:spPr>
          <a:xfrm>
            <a:off x="8388230" y="4137432"/>
            <a:ext cx="27146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Solicitud: revisar y arreglar el error aritmético, en esta pantalla tenemos correctamente la suma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0DE40BD-DFAF-F79C-05EC-E53E5D68EDC7}"/>
              </a:ext>
            </a:extLst>
          </p:cNvPr>
          <p:cNvSpPr/>
          <p:nvPr/>
        </p:nvSpPr>
        <p:spPr>
          <a:xfrm>
            <a:off x="8583054" y="2079754"/>
            <a:ext cx="2587709" cy="19360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60166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508ECA3-DDB8-7241-4E26-194549000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1" y="0"/>
            <a:ext cx="11701517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D6B001E-0734-4F4A-5F8C-E29B633F01EE}"/>
              </a:ext>
            </a:extLst>
          </p:cNvPr>
          <p:cNvSpPr txBox="1"/>
          <p:nvPr/>
        </p:nvSpPr>
        <p:spPr>
          <a:xfrm>
            <a:off x="84889" y="1202505"/>
            <a:ext cx="271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Requerimiento #4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90313A0-B70B-FDAF-458C-D1FE199F683D}"/>
              </a:ext>
            </a:extLst>
          </p:cNvPr>
          <p:cNvSpPr txBox="1"/>
          <p:nvPr/>
        </p:nvSpPr>
        <p:spPr>
          <a:xfrm>
            <a:off x="630578" y="3429000"/>
            <a:ext cx="27146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Solicitud: sin embargo, en esta pantalla no se está calculando ni sumando el “</a:t>
            </a:r>
            <a:r>
              <a:rPr lang="es-MX" b="1" dirty="0" err="1">
                <a:solidFill>
                  <a:srgbClr val="FFFF00"/>
                </a:solidFill>
              </a:rPr>
              <a:t>iva</a:t>
            </a:r>
            <a:r>
              <a:rPr lang="es-MX" b="1" dirty="0">
                <a:solidFill>
                  <a:srgbClr val="FFFF00"/>
                </a:solidFill>
              </a:rPr>
              <a:t>”, entonces tenemos que corregir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9954D1C-6B0F-0304-15A0-360B62D13540}"/>
              </a:ext>
            </a:extLst>
          </p:cNvPr>
          <p:cNvSpPr/>
          <p:nvPr/>
        </p:nvSpPr>
        <p:spPr>
          <a:xfrm>
            <a:off x="10540737" y="5552387"/>
            <a:ext cx="1291473" cy="2639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3E52AC5-7964-2C8F-AEE5-D6E26271DC94}"/>
              </a:ext>
            </a:extLst>
          </p:cNvPr>
          <p:cNvSpPr/>
          <p:nvPr/>
        </p:nvSpPr>
        <p:spPr>
          <a:xfrm>
            <a:off x="10540738" y="5054574"/>
            <a:ext cx="1291473" cy="1791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65363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A9640EF-6AF4-AD53-CF3E-06DE4E723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47" y="0"/>
            <a:ext cx="11968905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F8ED38E-5907-AAE1-69E7-439C925EE88B}"/>
              </a:ext>
            </a:extLst>
          </p:cNvPr>
          <p:cNvSpPr txBox="1"/>
          <p:nvPr/>
        </p:nvSpPr>
        <p:spPr>
          <a:xfrm>
            <a:off x="-180583" y="947981"/>
            <a:ext cx="271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Requerimiento #5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5278281-55A6-9400-E571-925CABCE4274}"/>
              </a:ext>
            </a:extLst>
          </p:cNvPr>
          <p:cNvSpPr txBox="1"/>
          <p:nvPr/>
        </p:nvSpPr>
        <p:spPr>
          <a:xfrm>
            <a:off x="386597" y="1600003"/>
            <a:ext cx="27146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Solicitud: es requerido</a:t>
            </a:r>
            <a:br>
              <a:rPr lang="es-MX" b="1" dirty="0">
                <a:solidFill>
                  <a:srgbClr val="FFFF00"/>
                </a:solidFill>
              </a:rPr>
            </a:br>
            <a:r>
              <a:rPr lang="es-MX" b="1" dirty="0">
                <a:solidFill>
                  <a:srgbClr val="FFFF00"/>
                </a:solidFill>
              </a:rPr>
              <a:t>a) adicionar un botón de “Guardar” para guardar la </a:t>
            </a:r>
            <a:r>
              <a:rPr lang="es-MX" b="1" dirty="0" err="1">
                <a:solidFill>
                  <a:srgbClr val="FFFF00"/>
                </a:solidFill>
              </a:rPr>
              <a:t>info</a:t>
            </a:r>
            <a:r>
              <a:rPr lang="es-MX" b="1" dirty="0">
                <a:solidFill>
                  <a:srgbClr val="FFFF00"/>
                </a:solidFill>
              </a:rPr>
              <a:t> después de editarla, </a:t>
            </a:r>
          </a:p>
          <a:p>
            <a:pPr algn="ctr"/>
            <a:r>
              <a:rPr lang="es-MX" b="1" dirty="0">
                <a:solidFill>
                  <a:srgbClr val="FFFF00"/>
                </a:solidFill>
              </a:rPr>
              <a:t>b) Debe aparecer un botón de “Cancelar” – de modo que no refleje los cambios,</a:t>
            </a:r>
          </a:p>
          <a:p>
            <a:pPr algn="ctr"/>
            <a:r>
              <a:rPr lang="es-MX" b="1" dirty="0">
                <a:solidFill>
                  <a:srgbClr val="FFFF00"/>
                </a:solidFill>
              </a:rPr>
              <a:t>3) Al presionar “Eliminar” que nos arroje primero un cuadro de confirmación “¿Está seguro?, esta acción no podrá deshacerse?”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0E3197E-016C-35DE-E7F9-9D52B12065D0}"/>
              </a:ext>
            </a:extLst>
          </p:cNvPr>
          <p:cNvSpPr/>
          <p:nvPr/>
        </p:nvSpPr>
        <p:spPr>
          <a:xfrm>
            <a:off x="3294617" y="873124"/>
            <a:ext cx="1673309" cy="2863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2370A37-ECC5-2151-4EF3-5673DC09F31E}"/>
              </a:ext>
            </a:extLst>
          </p:cNvPr>
          <p:cNvSpPr/>
          <p:nvPr/>
        </p:nvSpPr>
        <p:spPr>
          <a:xfrm>
            <a:off x="4275005" y="2786765"/>
            <a:ext cx="626933" cy="2863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F3CBE27-190C-6EF3-7566-41A2965B7953}"/>
              </a:ext>
            </a:extLst>
          </p:cNvPr>
          <p:cNvSpPr/>
          <p:nvPr/>
        </p:nvSpPr>
        <p:spPr>
          <a:xfrm>
            <a:off x="5194068" y="2786765"/>
            <a:ext cx="2828142" cy="2863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F67B3C0-098F-3EC7-5033-1434B7668DE0}"/>
              </a:ext>
            </a:extLst>
          </p:cNvPr>
          <p:cNvSpPr txBox="1"/>
          <p:nvPr/>
        </p:nvSpPr>
        <p:spPr>
          <a:xfrm>
            <a:off x="5115756" y="2722815"/>
            <a:ext cx="271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Guardar      Cancelar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0263DE4-F08B-2B2C-7AAB-43552A644E17}"/>
              </a:ext>
            </a:extLst>
          </p:cNvPr>
          <p:cNvSpPr/>
          <p:nvPr/>
        </p:nvSpPr>
        <p:spPr>
          <a:xfrm>
            <a:off x="8125782" y="1571722"/>
            <a:ext cx="3591736" cy="16522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A7300F0-3435-671B-39A5-BF62DE5655F1}"/>
              </a:ext>
            </a:extLst>
          </p:cNvPr>
          <p:cNvSpPr txBox="1"/>
          <p:nvPr/>
        </p:nvSpPr>
        <p:spPr>
          <a:xfrm>
            <a:off x="8229499" y="2045941"/>
            <a:ext cx="2714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d) Reducir esos 2 rectángulos, están </a:t>
            </a:r>
            <a:r>
              <a:rPr lang="es-MX" b="1">
                <a:solidFill>
                  <a:srgbClr val="FFFF00"/>
                </a:solidFill>
              </a:rPr>
              <a:t>muy largos</a:t>
            </a:r>
            <a:endParaRPr lang="es-MX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540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EC22B-058A-DD3F-8417-47A49E34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B11B03-C090-419C-7342-1E02C0BC1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65" y="0"/>
            <a:ext cx="9929669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1815A69-3C46-73DC-A5B8-4A6B8CF56D3C}"/>
              </a:ext>
            </a:extLst>
          </p:cNvPr>
          <p:cNvSpPr/>
          <p:nvPr/>
        </p:nvSpPr>
        <p:spPr>
          <a:xfrm>
            <a:off x="1880596" y="0"/>
            <a:ext cx="1673309" cy="2863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7D548F4-B137-DBAD-6B72-51858F30F70F}"/>
              </a:ext>
            </a:extLst>
          </p:cNvPr>
          <p:cNvSpPr/>
          <p:nvPr/>
        </p:nvSpPr>
        <p:spPr>
          <a:xfrm>
            <a:off x="4135173" y="1330750"/>
            <a:ext cx="2718114" cy="55272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FFC455C-789C-5249-88C4-B8935DCEBBD1}"/>
              </a:ext>
            </a:extLst>
          </p:cNvPr>
          <p:cNvSpPr txBox="1"/>
          <p:nvPr/>
        </p:nvSpPr>
        <p:spPr>
          <a:xfrm>
            <a:off x="1252291" y="872567"/>
            <a:ext cx="271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Requerimiento #6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0F5571-BA53-AC70-CAE7-9255A077980F}"/>
              </a:ext>
            </a:extLst>
          </p:cNvPr>
          <p:cNvSpPr txBox="1"/>
          <p:nvPr/>
        </p:nvSpPr>
        <p:spPr>
          <a:xfrm>
            <a:off x="1131165" y="1590576"/>
            <a:ext cx="27146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*Esta pantalla esta bien, sin embargo, cuando le damos </a:t>
            </a:r>
            <a:r>
              <a:rPr lang="es-MX" b="1" dirty="0" err="1">
                <a:solidFill>
                  <a:srgbClr val="FFFF00"/>
                </a:solidFill>
              </a:rPr>
              <a:t>click</a:t>
            </a:r>
            <a:r>
              <a:rPr lang="es-MX" b="1" dirty="0">
                <a:solidFill>
                  <a:srgbClr val="FFFF00"/>
                </a:solidFill>
              </a:rPr>
              <a:t> en “editar” a los productos actuales, lo que sucede es que se mueven los cuadros, anexo en la siguiente pestaña</a:t>
            </a:r>
          </a:p>
        </p:txBody>
      </p:sp>
    </p:spTree>
    <p:extLst>
      <p:ext uri="{BB962C8B-B14F-4D97-AF65-F5344CB8AC3E}">
        <p14:creationId xmlns:p14="http://schemas.microsoft.com/office/powerpoint/2010/main" val="617865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62FE3-AB1F-108C-6176-614CC3A0B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AEC14C2-DA1F-0671-50E0-8AFFD28BE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506" y="0"/>
            <a:ext cx="9968988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564E399-5A3B-2C3F-6227-E3089C51CF39}"/>
              </a:ext>
            </a:extLst>
          </p:cNvPr>
          <p:cNvSpPr txBox="1"/>
          <p:nvPr/>
        </p:nvSpPr>
        <p:spPr>
          <a:xfrm>
            <a:off x="1252291" y="872567"/>
            <a:ext cx="271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Requerimiento #6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48935A5-E3FF-ED87-03A9-FEAD72B2C8C6}"/>
              </a:ext>
            </a:extLst>
          </p:cNvPr>
          <p:cNvSpPr/>
          <p:nvPr/>
        </p:nvSpPr>
        <p:spPr>
          <a:xfrm>
            <a:off x="9081005" y="1851863"/>
            <a:ext cx="977395" cy="7438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imagen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53107E7-A8C1-A0AE-FCCD-551C71BEAF69}"/>
              </a:ext>
            </a:extLst>
          </p:cNvPr>
          <p:cNvSpPr txBox="1"/>
          <p:nvPr/>
        </p:nvSpPr>
        <p:spPr>
          <a:xfrm>
            <a:off x="1131165" y="1590576"/>
            <a:ext cx="27146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*Aquí el error, los cuadros se expanden, entonces. </a:t>
            </a:r>
          </a:p>
          <a:p>
            <a:pPr algn="ctr"/>
            <a:r>
              <a:rPr lang="es-MX" b="1" dirty="0">
                <a:solidFill>
                  <a:srgbClr val="FFFF00"/>
                </a:solidFill>
              </a:rPr>
              <a:t>*Solicitud 1:  que permanezcan en la misma posición como el </a:t>
            </a:r>
            <a:r>
              <a:rPr lang="es-MX" b="1" dirty="0" err="1">
                <a:solidFill>
                  <a:srgbClr val="FFFF00"/>
                </a:solidFill>
              </a:rPr>
              <a:t>slide</a:t>
            </a:r>
            <a:r>
              <a:rPr lang="es-MX" b="1" dirty="0">
                <a:solidFill>
                  <a:srgbClr val="FFFF00"/>
                </a:solidFill>
              </a:rPr>
              <a:t> anterior, es decir, que mantengan su misma forma, </a:t>
            </a:r>
          </a:p>
          <a:p>
            <a:pPr algn="ctr"/>
            <a:r>
              <a:rPr lang="es-MX" b="1" dirty="0">
                <a:solidFill>
                  <a:srgbClr val="FFFF00"/>
                </a:solidFill>
              </a:rPr>
              <a:t>*Solicitud 2: es posible que aparezca la imagen del producto a un lado del producto??, claro en todos los productos existentes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EC047EE-5DCF-A6CE-7D05-8EBF0D807C1E}"/>
              </a:ext>
            </a:extLst>
          </p:cNvPr>
          <p:cNvSpPr/>
          <p:nvPr/>
        </p:nvSpPr>
        <p:spPr>
          <a:xfrm>
            <a:off x="6622025" y="1325838"/>
            <a:ext cx="304801" cy="55272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43FA7EF-5950-7924-F087-53AFC277F38A}"/>
              </a:ext>
            </a:extLst>
          </p:cNvPr>
          <p:cNvSpPr/>
          <p:nvPr/>
        </p:nvSpPr>
        <p:spPr>
          <a:xfrm>
            <a:off x="9081005" y="2886276"/>
            <a:ext cx="977395" cy="7438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imagen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7ADA9AA-2394-13C8-06B1-F86FD8DF9A2C}"/>
              </a:ext>
            </a:extLst>
          </p:cNvPr>
          <p:cNvSpPr/>
          <p:nvPr/>
        </p:nvSpPr>
        <p:spPr>
          <a:xfrm>
            <a:off x="9081005" y="3837725"/>
            <a:ext cx="977395" cy="7438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imagen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6747130-CFD6-D54D-B5DB-AE29A21CB6BC}"/>
              </a:ext>
            </a:extLst>
          </p:cNvPr>
          <p:cNvSpPr/>
          <p:nvPr/>
        </p:nvSpPr>
        <p:spPr>
          <a:xfrm>
            <a:off x="9081005" y="4789174"/>
            <a:ext cx="977395" cy="7438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imagen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0AE85E5-97E0-09EC-EAE9-AA1D631360F5}"/>
              </a:ext>
            </a:extLst>
          </p:cNvPr>
          <p:cNvSpPr/>
          <p:nvPr/>
        </p:nvSpPr>
        <p:spPr>
          <a:xfrm>
            <a:off x="9081005" y="5846019"/>
            <a:ext cx="977395" cy="7438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imagen</a:t>
            </a:r>
          </a:p>
        </p:txBody>
      </p:sp>
    </p:spTree>
    <p:extLst>
      <p:ext uri="{BB962C8B-B14F-4D97-AF65-F5344CB8AC3E}">
        <p14:creationId xmlns:p14="http://schemas.microsoft.com/office/powerpoint/2010/main" val="3543883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D13A4-85E7-CFA9-39F4-90B97C81D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816CB4C-F908-9B80-7322-1432647BF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37" y="0"/>
            <a:ext cx="10004125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AF9DE75-248C-EFA4-4C71-6B68E7C00928}"/>
              </a:ext>
            </a:extLst>
          </p:cNvPr>
          <p:cNvSpPr txBox="1"/>
          <p:nvPr/>
        </p:nvSpPr>
        <p:spPr>
          <a:xfrm>
            <a:off x="1252291" y="872567"/>
            <a:ext cx="271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Requerimiento #7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3F6AECD-4C12-04C0-7A71-CA1AC4269D39}"/>
              </a:ext>
            </a:extLst>
          </p:cNvPr>
          <p:cNvSpPr txBox="1"/>
          <p:nvPr/>
        </p:nvSpPr>
        <p:spPr>
          <a:xfrm>
            <a:off x="1131165" y="1590576"/>
            <a:ext cx="27146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*En esta misma pantalla, aparece el texto marcado en color rojo. </a:t>
            </a:r>
          </a:p>
          <a:p>
            <a:pPr algn="ctr"/>
            <a:r>
              <a:rPr lang="es-MX" b="1" dirty="0">
                <a:solidFill>
                  <a:srgbClr val="FFFF00"/>
                </a:solidFill>
              </a:rPr>
              <a:t>*Solicitud: que no aparezca dicho texto en la pantalla, no aporta al usuario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9D141BC-A9C6-D226-8ABE-E6CAF28881D9}"/>
              </a:ext>
            </a:extLst>
          </p:cNvPr>
          <p:cNvSpPr/>
          <p:nvPr/>
        </p:nvSpPr>
        <p:spPr>
          <a:xfrm>
            <a:off x="4212201" y="4772024"/>
            <a:ext cx="2714625" cy="8382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47302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C0DA81E-0548-A728-375F-1433D7414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29" y="0"/>
            <a:ext cx="9878541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2DB4B6A-723C-C1F4-A0FF-69CD2F822054}"/>
              </a:ext>
            </a:extLst>
          </p:cNvPr>
          <p:cNvSpPr txBox="1"/>
          <p:nvPr/>
        </p:nvSpPr>
        <p:spPr>
          <a:xfrm>
            <a:off x="1252291" y="872567"/>
            <a:ext cx="271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Requerimiento #8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9AEBF20-AF65-5B51-74DA-04ECF4D90F10}"/>
              </a:ext>
            </a:extLst>
          </p:cNvPr>
          <p:cNvSpPr txBox="1"/>
          <p:nvPr/>
        </p:nvSpPr>
        <p:spPr>
          <a:xfrm>
            <a:off x="1131165" y="1590576"/>
            <a:ext cx="27146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FFFF00"/>
                </a:solidFill>
              </a:rPr>
              <a:t>*En esta pantalla, es requerido tener un botón de “Guardar”, “Cancelar”, así como la funcionalidad para dichos 2 botones, </a:t>
            </a:r>
          </a:p>
          <a:p>
            <a:pPr algn="ctr"/>
            <a:r>
              <a:rPr lang="es-MX" b="1" dirty="0">
                <a:solidFill>
                  <a:srgbClr val="FFFF00"/>
                </a:solidFill>
              </a:rPr>
              <a:t>Nota: dichos 2 botones deberán aparece cada vez que activamos el estado de “Editar”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4EBBD4-214E-B70D-72C6-596BB4790AD5}"/>
              </a:ext>
            </a:extLst>
          </p:cNvPr>
          <p:cNvSpPr txBox="1"/>
          <p:nvPr/>
        </p:nvSpPr>
        <p:spPr>
          <a:xfrm>
            <a:off x="7965960" y="2489351"/>
            <a:ext cx="2374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b="1" dirty="0">
                <a:solidFill>
                  <a:srgbClr val="FFFF00"/>
                </a:solidFill>
              </a:rPr>
              <a:t>Guardar      Cancelar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C497055-1A79-FADF-F4F6-505AD3C87337}"/>
              </a:ext>
            </a:extLst>
          </p:cNvPr>
          <p:cNvSpPr/>
          <p:nvPr/>
        </p:nvSpPr>
        <p:spPr>
          <a:xfrm>
            <a:off x="8346212" y="2512618"/>
            <a:ext cx="1799737" cy="276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596332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421</Words>
  <Application>Microsoft Office PowerPoint</Application>
  <PresentationFormat>Panorámica</PresentationFormat>
  <Paragraphs>36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NOE RAMOS</dc:creator>
  <cp:lastModifiedBy>NOE RAMOS</cp:lastModifiedBy>
  <cp:revision>13</cp:revision>
  <dcterms:created xsi:type="dcterms:W3CDTF">2026-04-15T07:38:00Z</dcterms:created>
  <dcterms:modified xsi:type="dcterms:W3CDTF">2026-04-17T07:51:05Z</dcterms:modified>
</cp:coreProperties>
</file>